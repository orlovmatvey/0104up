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46304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61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73800" y="1524000"/>
            <a:ext cx="7543800" cy="19050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>
              <a:defRPr sz="4400" b="1" i="0">
                <a:solidFill>
                  <a:srgbClr val="1D1D1B"/>
                </a:solidFill>
                <a:latin typeface="Tomorrow"/>
              </a:defRPr>
            </a:pPr>
            <a:r>
              <a:t>Go Файловый Сервер: Практика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73800" y="3937000"/>
            <a:ext cx="7543800" cy="1803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 i="0">
                <a:solidFill>
                  <a:srgbClr val="61615C"/>
                </a:solidFill>
                <a:latin typeface="Tomorrow"/>
              </a:defRPr>
            </a:pPr>
            <a:r>
              <a:t>В рамках учебной практики была поставлена задача разработки простого файлового сервера на языке Go. Основной целью являлось освоение языка Go, включая его синтаксис, концепции и стандартную библиотеку, применительно к созданию сетевых приложений. Проект также предполагал реализацию REST API для выполнения базовых операций с файлами, таких как загрузка, скачивание, просмотр и удаление. Важным аспектом стало изучение клиент-серверной архитектуры и принципов взаимодействия между клиентскими приложениями и серверными сервисами, что является фундаментальным для понимания современных веб-технологий.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62000" y="0"/>
            <a:ext cx="7543800" cy="21209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>
              <a:defRPr sz="4400" b="1" i="0">
                <a:solidFill>
                  <a:srgbClr val="1D1D1B"/>
                </a:solidFill>
                <a:latin typeface="Tomorrow"/>
              </a:defRPr>
            </a:pPr>
            <a:r>
              <a:t>Цели Практики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413000"/>
            <a:ext cx="7543800" cy="1143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5500" y="2540000"/>
            <a:ext cx="6985000" cy="381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 i="0">
                <a:solidFill>
                  <a:srgbClr val="61615C"/>
                </a:solidFill>
                <a:latin typeface="Tomorrow"/>
              </a:defRPr>
            </a:pPr>
            <a:r>
              <a:t>Освоение языка 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5500" y="2921000"/>
            <a:ext cx="7493000" cy="381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 i="0">
                <a:solidFill>
                  <a:srgbClr val="61615C"/>
                </a:solidFill>
                <a:latin typeface="Tomorrow"/>
              </a:defRPr>
            </a:pPr>
            <a:r>
              <a:t>Изучение синтаксиса, основных концепций и стандартной библиотеки Go для разработки сетевых приложений.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4000500"/>
            <a:ext cx="7543800" cy="1143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5500" y="4127500"/>
            <a:ext cx="6985000" cy="381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 i="0">
                <a:solidFill>
                  <a:srgbClr val="61615C"/>
                </a:solidFill>
                <a:latin typeface="Tomorrow"/>
              </a:defRPr>
            </a:pPr>
            <a:r>
              <a:t>Реализация REST 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5500" y="4508500"/>
            <a:ext cx="7493000" cy="381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 i="0">
                <a:solidFill>
                  <a:srgbClr val="61615C"/>
                </a:solidFill>
                <a:latin typeface="Tomorrow"/>
              </a:defRPr>
            </a:pPr>
            <a:r>
              <a:t>Создание HTTP-эндпоинтов для базовых операций с файлами (загрузка, скачивание, просмотр, удаление).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5588000"/>
            <a:ext cx="7543800" cy="1143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25500" y="5715000"/>
            <a:ext cx="6985000" cy="381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 i="0">
                <a:solidFill>
                  <a:srgbClr val="61615C"/>
                </a:solidFill>
                <a:latin typeface="Tomorrow"/>
              </a:defRPr>
            </a:pPr>
            <a:r>
              <a:t>Архитектура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5500" y="6096000"/>
            <a:ext cx="7493000" cy="381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 i="0">
                <a:solidFill>
                  <a:srgbClr val="61615C"/>
                </a:solidFill>
                <a:latin typeface="Tomorrow"/>
              </a:defRPr>
            </a:pPr>
            <a:r>
              <a:t>Изучение принципов взаимодействия клиентских приложений с серверными сервисами.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89000" y="977900"/>
            <a:ext cx="12700000" cy="76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 i="0">
                <a:solidFill>
                  <a:srgbClr val="1D1D1B"/>
                </a:solidFill>
                <a:latin typeface="Tomorrow"/>
              </a:defRPr>
            </a:pPr>
            <a:r>
              <a:t>Достигнутые Результаты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79500" y="4502150"/>
            <a:ext cx="12992100" cy="12700"/>
          </a:xfrm>
          <a:prstGeom prst="roundRect">
            <a:avLst>
              <a:gd name="adj" fmla="val 50000"/>
            </a:avLst>
          </a:prstGeom>
          <a:solidFill>
            <a:srgbClr val="D6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146550" y="4038600"/>
            <a:ext cx="12700" cy="317500"/>
          </a:xfrm>
          <a:prstGeom prst="roundRect">
            <a:avLst>
              <a:gd name="adj" fmla="val 50000"/>
            </a:avLst>
          </a:prstGeom>
          <a:solidFill>
            <a:srgbClr val="D6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34250" y="4660900"/>
            <a:ext cx="12700" cy="317500"/>
          </a:xfrm>
          <a:prstGeom prst="roundRect">
            <a:avLst>
              <a:gd name="adj" fmla="val 50000"/>
            </a:avLst>
          </a:prstGeom>
          <a:solidFill>
            <a:srgbClr val="D6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0509250" y="4038600"/>
            <a:ext cx="12700" cy="317500"/>
          </a:xfrm>
          <a:prstGeom prst="roundRect">
            <a:avLst>
              <a:gd name="adj" fmla="val 50000"/>
            </a:avLst>
          </a:prstGeom>
          <a:solidFill>
            <a:srgbClr val="D6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7000" y="4292600"/>
            <a:ext cx="431800" cy="4318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4700" y="4292600"/>
            <a:ext cx="431800" cy="4318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9700" y="4292600"/>
            <a:ext cx="431800" cy="431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41400" y="2095500"/>
            <a:ext cx="6083300" cy="43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 i="0">
                <a:solidFill>
                  <a:srgbClr val="61615C"/>
                </a:solidFill>
                <a:latin typeface="Tomorrow"/>
              </a:defRPr>
            </a:pPr>
            <a:r>
              <a:t>Рабочий сервер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1400" y="2730500"/>
            <a:ext cx="608330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0" i="0">
                <a:solidFill>
                  <a:srgbClr val="61615C"/>
                </a:solidFill>
                <a:latin typeface="Tomorrow"/>
              </a:defRPr>
            </a:pPr>
            <a:r>
              <a:t>Успешно реализован файловый сервер, который поддерживает основные операции CRUD: создание, чтение, обновление и удаление файлов.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5900" y="4381500"/>
            <a:ext cx="254000" cy="254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267200" y="5207000"/>
            <a:ext cx="6083300" cy="43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 i="0">
                <a:solidFill>
                  <a:srgbClr val="61615C"/>
                </a:solidFill>
                <a:latin typeface="Tomorrow"/>
              </a:defRPr>
            </a:pPr>
            <a:r>
              <a:t>Реализованные эндпоинты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67200" y="5727700"/>
            <a:ext cx="608330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0" i="0">
                <a:solidFill>
                  <a:srgbClr val="61615C"/>
                </a:solidFill>
                <a:latin typeface="Tomorrow"/>
              </a:defRPr>
            </a:pPr>
            <a:r>
              <a:t>Созданы HTTP-эндпоинты: `/upload` (POST), `/download/:filename` (GET), `/list` (GET) для просмотра списка файлов, и `/delete/:filename` (DELETE).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3600" y="4381500"/>
            <a:ext cx="254000" cy="254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505700" y="2120900"/>
            <a:ext cx="6083300" cy="43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 i="0">
                <a:solidFill>
                  <a:srgbClr val="61615C"/>
                </a:solidFill>
                <a:latin typeface="Tomorrow"/>
              </a:defRPr>
            </a:pPr>
            <a:r>
              <a:t>Тестирование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05700" y="2730500"/>
            <a:ext cx="608330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0" i="0">
                <a:solidFill>
                  <a:srgbClr val="61615C"/>
                </a:solidFill>
                <a:latin typeface="Tomorrow"/>
              </a:defRPr>
            </a:pPr>
            <a:r>
              <a:t>Проведена проверка работоспособности всех эндпоинтов с использованием инструментов `curl` и Postman.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8600" y="4381500"/>
            <a:ext cx="254000" cy="254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62000" y="3429000"/>
            <a:ext cx="13106400" cy="12700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>
              <a:defRPr sz="4400" b="1" i="0">
                <a:solidFill>
                  <a:srgbClr val="1D1D1B"/>
                </a:solidFill>
                <a:latin typeface="Tomorrow"/>
              </a:defRPr>
            </a:pPr>
            <a:r>
              <a:t>Технологический Стек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5080000"/>
            <a:ext cx="6426200" cy="2413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2200" y="5080000"/>
            <a:ext cx="6426200" cy="2413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89000" y="5334000"/>
            <a:ext cx="6299200" cy="381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 i="0">
                <a:solidFill>
                  <a:srgbClr val="61615C"/>
                </a:solidFill>
                <a:latin typeface="Tomorrow"/>
              </a:defRPr>
            </a:pPr>
            <a:r>
              <a:rPr dirty="0" err="1"/>
              <a:t>Язык</a:t>
            </a:r>
            <a:r>
              <a:rPr dirty="0"/>
              <a:t> </a:t>
            </a:r>
            <a:r>
              <a:rPr dirty="0" err="1"/>
              <a:t>программирования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889000" y="5842000"/>
            <a:ext cx="629920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 i="0">
                <a:solidFill>
                  <a:srgbClr val="61615C"/>
                </a:solidFill>
                <a:latin typeface="Tomorrow"/>
              </a:defRPr>
            </a:pP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разработки</a:t>
            </a:r>
            <a:r>
              <a:rPr dirty="0"/>
              <a:t> </a:t>
            </a:r>
            <a:r>
              <a:rPr dirty="0" err="1"/>
              <a:t>использовался</a:t>
            </a:r>
            <a:r>
              <a:rPr dirty="0"/>
              <a:t> </a:t>
            </a:r>
            <a:r>
              <a:rPr dirty="0" err="1"/>
              <a:t>язык</a:t>
            </a:r>
            <a:r>
              <a:rPr dirty="0"/>
              <a:t> </a:t>
            </a:r>
            <a:r>
              <a:rPr dirty="0" err="1"/>
              <a:t>программирования</a:t>
            </a:r>
            <a:r>
              <a:rPr dirty="0"/>
              <a:t> Go (</a:t>
            </a:r>
            <a:r>
              <a:rPr dirty="0" err="1"/>
              <a:t>Golang</a:t>
            </a:r>
            <a:r>
              <a:rPr dirty="0"/>
              <a:t>) </a:t>
            </a:r>
            <a:r>
              <a:rPr dirty="0" err="1"/>
              <a:t>версии</a:t>
            </a:r>
            <a:r>
              <a:rPr dirty="0"/>
              <a:t> 1.18 и </a:t>
            </a:r>
            <a:r>
              <a:rPr dirty="0" err="1"/>
              <a:t>выше</a:t>
            </a:r>
            <a:r>
              <a:rPr dirty="0"/>
              <a:t>. </a:t>
            </a:r>
            <a:r>
              <a:rPr dirty="0" err="1"/>
              <a:t>Данный</a:t>
            </a:r>
            <a:r>
              <a:rPr dirty="0"/>
              <a:t> </a:t>
            </a:r>
            <a:r>
              <a:rPr dirty="0" err="1"/>
              <a:t>выбор</a:t>
            </a:r>
            <a:r>
              <a:rPr dirty="0"/>
              <a:t> </a:t>
            </a:r>
            <a:r>
              <a:rPr dirty="0" err="1"/>
              <a:t>обусловлен</a:t>
            </a:r>
            <a:r>
              <a:rPr dirty="0"/>
              <a:t> </a:t>
            </a:r>
            <a:r>
              <a:rPr dirty="0" err="1"/>
              <a:t>его</a:t>
            </a:r>
            <a:r>
              <a:rPr dirty="0"/>
              <a:t> </a:t>
            </a:r>
            <a:r>
              <a:rPr dirty="0" err="1"/>
              <a:t>производительностью</a:t>
            </a:r>
            <a:r>
              <a:rPr dirty="0"/>
              <a:t>, </a:t>
            </a:r>
            <a:r>
              <a:rPr dirty="0" err="1"/>
              <a:t>простотой</a:t>
            </a:r>
            <a:r>
              <a:rPr dirty="0"/>
              <a:t> и </a:t>
            </a:r>
            <a:r>
              <a:rPr dirty="0" err="1"/>
              <a:t>эффективностью</a:t>
            </a:r>
            <a:r>
              <a:rPr dirty="0"/>
              <a:t> </a:t>
            </a:r>
            <a:r>
              <a:rPr dirty="0" err="1"/>
              <a:t>при</a:t>
            </a:r>
            <a:r>
              <a:rPr dirty="0"/>
              <a:t> </a:t>
            </a:r>
            <a:r>
              <a:rPr dirty="0" err="1"/>
              <a:t>создании</a:t>
            </a:r>
            <a:r>
              <a:rPr dirty="0"/>
              <a:t> </a:t>
            </a:r>
            <a:r>
              <a:rPr dirty="0" err="1"/>
              <a:t>сетевых</a:t>
            </a:r>
            <a:r>
              <a:rPr dirty="0"/>
              <a:t> </a:t>
            </a:r>
            <a:r>
              <a:rPr dirty="0" err="1"/>
              <a:t>сервисов</a:t>
            </a:r>
            <a:r>
              <a:rPr dirty="0"/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69200" y="5334000"/>
            <a:ext cx="6299200" cy="381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 i="0">
                <a:solidFill>
                  <a:srgbClr val="61615C"/>
                </a:solidFill>
                <a:latin typeface="Tomorrow"/>
              </a:defRPr>
            </a:pPr>
            <a:r>
              <a:t>Веб-фреймворк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69200" y="5842000"/>
            <a:ext cx="629920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 i="0">
                <a:solidFill>
                  <a:srgbClr val="61615C"/>
                </a:solidFill>
                <a:latin typeface="Tomorrow"/>
              </a:defRPr>
            </a:pPr>
            <a:r>
              <a:t>В качестве веб-фреймворка применялась стандартная библиотека `net/http`, что позволило реализовать HTTP-сервер без необходимости использования сторонних фреймворков.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2000" y="1270000"/>
            <a:ext cx="1270000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 i="0">
                <a:solidFill>
                  <a:srgbClr val="1D1D1B"/>
                </a:solidFill>
                <a:latin typeface="Tomorrow"/>
              </a:defRPr>
            </a:pPr>
            <a:r>
              <a:t>Архитектура Сервера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6200" y="2540000"/>
            <a:ext cx="4318000" cy="431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3556000"/>
            <a:ext cx="4064000" cy="381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2200" b="1" i="0">
                <a:solidFill>
                  <a:srgbClr val="61615C"/>
                </a:solidFill>
                <a:latin typeface="Tomorrow"/>
              </a:defRPr>
            </a:pPr>
            <a:r>
              <a:t>HTTP-сервер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6000" y="4000500"/>
            <a:ext cx="3810000" cy="2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800" b="0" i="0">
                <a:solidFill>
                  <a:srgbClr val="61615C"/>
                </a:solidFill>
                <a:latin typeface="Tomorrow"/>
              </a:defRPr>
            </a:pPr>
            <a:r>
              <a:t>Сервер инициализируется и запускается на заданном порту, например 8080, готовый принимать входящие HTTP-запросы.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1500" y="4508500"/>
            <a:ext cx="355600" cy="355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804400" y="2794000"/>
            <a:ext cx="4445000" cy="381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 i="0">
                <a:solidFill>
                  <a:srgbClr val="61615C"/>
                </a:solidFill>
                <a:latin typeface="Tomorrow"/>
              </a:defRPr>
            </a:pPr>
            <a:r>
              <a:t>Обработчики запросов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04400" y="3238500"/>
            <a:ext cx="381000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 i="0">
                <a:solidFill>
                  <a:srgbClr val="61615C"/>
                </a:solidFill>
                <a:latin typeface="Tomorrow"/>
              </a:defRPr>
            </a:pPr>
            <a:r>
              <a:t>Для каждого URL-пути и соответствующего HTTP-метода назначаются специфические функции-обработчики.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5600" y="3302000"/>
            <a:ext cx="355600" cy="355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804400" y="4953000"/>
            <a:ext cx="4445000" cy="381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 i="0">
                <a:solidFill>
                  <a:srgbClr val="61615C"/>
                </a:solidFill>
                <a:latin typeface="Tomorrow"/>
              </a:defRPr>
            </a:pPr>
            <a:r>
              <a:t>Управление файлами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04400" y="5397500"/>
            <a:ext cx="381000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 i="0">
                <a:solidFill>
                  <a:srgbClr val="61615C"/>
                </a:solidFill>
                <a:latin typeface="Tomorrow"/>
              </a:defRPr>
            </a:pPr>
            <a:r>
              <a:t>Для выполнения операций чтения, записи и удаления файлов используются стандартные пакеты `io` и `os`.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4000" y="5816600"/>
            <a:ext cx="355600" cy="355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50000" y="1714500"/>
            <a:ext cx="7620000" cy="127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 i="0">
                <a:solidFill>
                  <a:srgbClr val="1D1D1B"/>
                </a:solidFill>
                <a:latin typeface="Tomorrow"/>
              </a:defRPr>
            </a:pPr>
            <a:r>
              <a:t>Особенности Продукта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0000" y="3175000"/>
            <a:ext cx="381000" cy="381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50000" y="2921000"/>
            <a:ext cx="3810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endParaRPr/>
          </a:p>
          <a:p>
            <a:pPr algn="ctr">
              <a:defRPr sz="2200">
                <a:solidFill>
                  <a:srgbClr val="61615C"/>
                </a:solidFill>
                <a:latin typeface="Tomorrow"/>
              </a:defRPr>
            </a:pPr>
            <a:r>
              <a:t>1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0000" y="4445000"/>
            <a:ext cx="381000" cy="381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350000" y="4178300"/>
            <a:ext cx="3810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endParaRPr/>
          </a:p>
          <a:p>
            <a:pPr algn="ctr">
              <a:defRPr sz="2200">
                <a:solidFill>
                  <a:srgbClr val="61615C"/>
                </a:solidFill>
                <a:latin typeface="Tomorrow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2984500"/>
            <a:ext cx="6985000" cy="381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 i="0">
                <a:solidFill>
                  <a:srgbClr val="61615C"/>
                </a:solidFill>
                <a:latin typeface="Tomorrow"/>
              </a:defRPr>
            </a:pPr>
            <a:r>
              <a:t>Простота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3365500"/>
            <a:ext cx="698500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 i="0">
                <a:solidFill>
                  <a:srgbClr val="61615C"/>
                </a:solidFill>
                <a:latin typeface="Tomorrow"/>
              </a:defRPr>
            </a:pPr>
            <a:r>
              <a:t>Реализация отличается минимализмом, отсутствием внешних зависимостей и упором на функционал стандартной библиотеки Go.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85000" y="4254500"/>
            <a:ext cx="6985000" cy="381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 i="0">
                <a:solidFill>
                  <a:srgbClr val="61615C"/>
                </a:solidFill>
                <a:latin typeface="Tomorrow"/>
              </a:defRPr>
            </a:pPr>
            <a:r>
              <a:t>Масштабируемость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85000" y="4635500"/>
            <a:ext cx="698500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 i="0">
                <a:solidFill>
                  <a:srgbClr val="61615C"/>
                </a:solidFill>
                <a:latin typeface="Tomorrow"/>
              </a:defRPr>
            </a:pPr>
            <a:r>
              <a:t>Проект предусматривает возможность дальнейшего расширения: добавление аутентификации, версионирования файлов или метаданных.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2000" y="1524000"/>
            <a:ext cx="7543800" cy="19050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>
              <a:defRPr sz="4400" b="1" i="0">
                <a:solidFill>
                  <a:srgbClr val="1D1D1B"/>
                </a:solidFill>
                <a:latin typeface="Tomorrow"/>
              </a:defRPr>
            </a:pPr>
            <a:r>
              <a:t>Заключение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3937000"/>
            <a:ext cx="7543800" cy="1803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 i="0">
                <a:solidFill>
                  <a:srgbClr val="61615C"/>
                </a:solidFill>
                <a:latin typeface="Tomorrow"/>
              </a:defRPr>
            </a:pPr>
            <a:r>
              <a:t>Все поставленные задачи учебной практики были успешно выполнены, что позволило приобрести ценный практический опыт разработки веб-сервисов на языке Go. Реализованный файловый сервер может служить надежной основой для построения более сложных систем управления файлами, обладая потенциалом для дальнейшего развития. Полученные знания и навыки в области веб-сервисов и REST API на Go способствуют глубокому пониманию современных принципов разработки.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416</Words>
  <Application>Microsoft Office PowerPoint</Application>
  <PresentationFormat>Произвольный</PresentationFormat>
  <Paragraphs>39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1" baseType="lpstr">
      <vt:lpstr>Arial</vt:lpstr>
      <vt:lpstr>Calibri</vt:lpstr>
      <vt:lpstr>Tomorrow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>generated using python-pptx</dc:description>
  <cp:lastModifiedBy>Сергей Орлов</cp:lastModifiedBy>
  <cp:revision>4</cp:revision>
  <dcterms:created xsi:type="dcterms:W3CDTF">2013-01-27T09:14:16Z</dcterms:created>
  <dcterms:modified xsi:type="dcterms:W3CDTF">2026-06-26T07:32:34Z</dcterms:modified>
  <cp:category/>
</cp:coreProperties>
</file>